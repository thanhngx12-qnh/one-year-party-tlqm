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Libra Serif Modern" panose="020B0604020202020204" charset="0"/>
      <p:regular r:id="rId14"/>
    </p:embeddedFont>
    <p:embeddedFont>
      <p:font typeface="Libra Serif Modern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9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9.png"/><Relationship Id="rId3" Type="http://schemas.openxmlformats.org/officeDocument/2006/relationships/image" Target="../media/image2.png"/><Relationship Id="rId21" Type="http://schemas.openxmlformats.org/officeDocument/2006/relationships/image" Target="../media/image22.sv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8.svg"/><Relationship Id="rId2" Type="http://schemas.openxmlformats.org/officeDocument/2006/relationships/image" Target="../media/image1.jpe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19" Type="http://schemas.openxmlformats.org/officeDocument/2006/relationships/image" Target="../media/image20.sv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352038"/>
            <a:ext cx="18288000" cy="1934962"/>
          </a:xfrm>
          <a:custGeom>
            <a:avLst/>
            <a:gdLst/>
            <a:ahLst/>
            <a:cxnLst/>
            <a:rect l="l" t="t" r="r" b="b"/>
            <a:pathLst>
              <a:path w="18288000" h="1934962">
                <a:moveTo>
                  <a:pt x="0" y="0"/>
                </a:moveTo>
                <a:lnTo>
                  <a:pt x="18288000" y="0"/>
                </a:lnTo>
                <a:lnTo>
                  <a:pt x="1828800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94677" y="2839391"/>
            <a:ext cx="10116523" cy="3675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261"/>
              </a:lnSpc>
            </a:pPr>
            <a:r>
              <a:rPr lang="en-US" sz="12000" b="1" i="1" spc="-713">
                <a:solidFill>
                  <a:srgbClr val="FFDE59"/>
                </a:solidFill>
                <a:latin typeface="Times New Roman" panose="02020603050405020304" pitchFamily="18" charset="0"/>
                <a:ea typeface="Open Sans Ultra-Bold Italics"/>
                <a:cs typeface="Times New Roman" panose="02020603050405020304" pitchFamily="18" charset="0"/>
                <a:sym typeface="Open Sans Ultra-Bold Italics"/>
              </a:rPr>
              <a:t>VUA TIẾNG VIỆT</a:t>
            </a:r>
          </a:p>
        </p:txBody>
      </p:sp>
      <p:sp>
        <p:nvSpPr>
          <p:cNvPr id="5" name="Freeform 5"/>
          <p:cNvSpPr/>
          <p:nvPr/>
        </p:nvSpPr>
        <p:spPr>
          <a:xfrm>
            <a:off x="1694910" y="3089189"/>
            <a:ext cx="1968804" cy="448211"/>
          </a:xfrm>
          <a:custGeom>
            <a:avLst/>
            <a:gdLst/>
            <a:ahLst/>
            <a:cxnLst/>
            <a:rect l="l" t="t" r="r" b="b"/>
            <a:pathLst>
              <a:path w="1968804" h="448211">
                <a:moveTo>
                  <a:pt x="0" y="0"/>
                </a:moveTo>
                <a:lnTo>
                  <a:pt x="1968804" y="0"/>
                </a:lnTo>
                <a:lnTo>
                  <a:pt x="196880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001348" y="3182440"/>
            <a:ext cx="1968804" cy="448211"/>
          </a:xfrm>
          <a:custGeom>
            <a:avLst/>
            <a:gdLst/>
            <a:ahLst/>
            <a:cxnLst/>
            <a:rect l="l" t="t" r="r" b="b"/>
            <a:pathLst>
              <a:path w="1968804" h="448211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166929" y="4257742"/>
            <a:ext cx="2875321" cy="5000558"/>
          </a:xfrm>
          <a:custGeom>
            <a:avLst/>
            <a:gdLst/>
            <a:ahLst/>
            <a:cxnLst/>
            <a:rect l="l" t="t" r="r" b="b"/>
            <a:pathLst>
              <a:path w="2875321" h="5000558">
                <a:moveTo>
                  <a:pt x="0" y="0"/>
                </a:moveTo>
                <a:lnTo>
                  <a:pt x="2875321" y="0"/>
                </a:lnTo>
                <a:lnTo>
                  <a:pt x="2875321" y="5000558"/>
                </a:lnTo>
                <a:lnTo>
                  <a:pt x="0" y="50005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584463" y="0"/>
            <a:ext cx="6615184" cy="5075110"/>
          </a:xfrm>
          <a:custGeom>
            <a:avLst/>
            <a:gdLst/>
            <a:ahLst/>
            <a:cxnLst/>
            <a:rect l="l" t="t" r="r" b="b"/>
            <a:pathLst>
              <a:path w="6615184" h="5075110">
                <a:moveTo>
                  <a:pt x="0" y="0"/>
                </a:moveTo>
                <a:lnTo>
                  <a:pt x="6615184" y="0"/>
                </a:lnTo>
                <a:lnTo>
                  <a:pt x="6615184" y="5075110"/>
                </a:lnTo>
                <a:lnTo>
                  <a:pt x="0" y="50751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79" r="-1179" b="-3341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075132" y="0"/>
            <a:ext cx="814556" cy="1123526"/>
          </a:xfrm>
          <a:custGeom>
            <a:avLst/>
            <a:gdLst/>
            <a:ahLst/>
            <a:cxnLst/>
            <a:rect l="l" t="t" r="r" b="b"/>
            <a:pathLst>
              <a:path w="814556" h="1123526">
                <a:moveTo>
                  <a:pt x="0" y="0"/>
                </a:moveTo>
                <a:lnTo>
                  <a:pt x="814556" y="0"/>
                </a:lnTo>
                <a:lnTo>
                  <a:pt x="814556" y="1123526"/>
                </a:lnTo>
                <a:lnTo>
                  <a:pt x="0" y="11235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15118">
            <a:off x="10995146" y="4253219"/>
            <a:ext cx="1550918" cy="1504390"/>
          </a:xfrm>
          <a:custGeom>
            <a:avLst/>
            <a:gdLst/>
            <a:ahLst/>
            <a:cxnLst/>
            <a:rect l="l" t="t" r="r" b="b"/>
            <a:pathLst>
              <a:path w="1550918" h="1504390">
                <a:moveTo>
                  <a:pt x="0" y="0"/>
                </a:moveTo>
                <a:lnTo>
                  <a:pt x="1550918" y="0"/>
                </a:lnTo>
                <a:lnTo>
                  <a:pt x="1550918" y="1504390"/>
                </a:lnTo>
                <a:lnTo>
                  <a:pt x="0" y="15043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415024" y="0"/>
            <a:ext cx="874395" cy="1028700"/>
          </a:xfrm>
          <a:custGeom>
            <a:avLst/>
            <a:gdLst/>
            <a:ahLst/>
            <a:cxnLst/>
            <a:rect l="l" t="t" r="r" b="b"/>
            <a:pathLst>
              <a:path w="874395" h="1028700">
                <a:moveTo>
                  <a:pt x="0" y="0"/>
                </a:moveTo>
                <a:lnTo>
                  <a:pt x="874395" y="0"/>
                </a:lnTo>
                <a:lnTo>
                  <a:pt x="87439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186285" y="3089189"/>
            <a:ext cx="1406805" cy="1336465"/>
          </a:xfrm>
          <a:custGeom>
            <a:avLst/>
            <a:gdLst/>
            <a:ahLst/>
            <a:cxnLst/>
            <a:rect l="l" t="t" r="r" b="b"/>
            <a:pathLst>
              <a:path w="1406805" h="1336465">
                <a:moveTo>
                  <a:pt x="0" y="0"/>
                </a:moveTo>
                <a:lnTo>
                  <a:pt x="1406805" y="0"/>
                </a:lnTo>
                <a:lnTo>
                  <a:pt x="1406805" y="1336465"/>
                </a:lnTo>
                <a:lnTo>
                  <a:pt x="0" y="13364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50261" y="1845975"/>
            <a:ext cx="1406805" cy="1336465"/>
          </a:xfrm>
          <a:custGeom>
            <a:avLst/>
            <a:gdLst/>
            <a:ahLst/>
            <a:cxnLst/>
            <a:rect l="l" t="t" r="r" b="b"/>
            <a:pathLst>
              <a:path w="1406805" h="1336465">
                <a:moveTo>
                  <a:pt x="0" y="0"/>
                </a:moveTo>
                <a:lnTo>
                  <a:pt x="1406805" y="0"/>
                </a:lnTo>
                <a:lnTo>
                  <a:pt x="1406805" y="1336465"/>
                </a:lnTo>
                <a:lnTo>
                  <a:pt x="0" y="13364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0" y="39826"/>
            <a:ext cx="871635" cy="1043874"/>
          </a:xfrm>
          <a:custGeom>
            <a:avLst/>
            <a:gdLst/>
            <a:ahLst/>
            <a:cxnLst/>
            <a:rect l="l" t="t" r="r" b="b"/>
            <a:pathLst>
              <a:path w="871635" h="1043874">
                <a:moveTo>
                  <a:pt x="0" y="0"/>
                </a:moveTo>
                <a:lnTo>
                  <a:pt x="871635" y="0"/>
                </a:lnTo>
                <a:lnTo>
                  <a:pt x="871635" y="1043874"/>
                </a:lnTo>
                <a:lnTo>
                  <a:pt x="0" y="10438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57242" y="39826"/>
            <a:ext cx="1395651" cy="1836383"/>
          </a:xfrm>
          <a:custGeom>
            <a:avLst/>
            <a:gdLst/>
            <a:ahLst/>
            <a:cxnLst/>
            <a:rect l="l" t="t" r="r" b="b"/>
            <a:pathLst>
              <a:path w="1395651" h="1836383">
                <a:moveTo>
                  <a:pt x="0" y="0"/>
                </a:moveTo>
                <a:lnTo>
                  <a:pt x="1395651" y="0"/>
                </a:lnTo>
                <a:lnTo>
                  <a:pt x="1395651" y="1836383"/>
                </a:lnTo>
                <a:lnTo>
                  <a:pt x="0" y="183638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166929" y="0"/>
            <a:ext cx="874395" cy="1028700"/>
          </a:xfrm>
          <a:custGeom>
            <a:avLst/>
            <a:gdLst/>
            <a:ahLst/>
            <a:cxnLst/>
            <a:rect l="l" t="t" r="r" b="b"/>
            <a:pathLst>
              <a:path w="874395" h="1028700">
                <a:moveTo>
                  <a:pt x="0" y="0"/>
                </a:moveTo>
                <a:lnTo>
                  <a:pt x="874395" y="0"/>
                </a:lnTo>
                <a:lnTo>
                  <a:pt x="87439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7126974" y="39826"/>
            <a:ext cx="1161026" cy="1196934"/>
          </a:xfrm>
          <a:custGeom>
            <a:avLst/>
            <a:gdLst/>
            <a:ahLst/>
            <a:cxnLst/>
            <a:rect l="l" t="t" r="r" b="b"/>
            <a:pathLst>
              <a:path w="1161026" h="1196934">
                <a:moveTo>
                  <a:pt x="0" y="0"/>
                </a:moveTo>
                <a:lnTo>
                  <a:pt x="1161026" y="0"/>
                </a:lnTo>
                <a:lnTo>
                  <a:pt x="1161026" y="1196933"/>
                </a:lnTo>
                <a:lnTo>
                  <a:pt x="0" y="119693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350275">
        <p14:flash/>
      </p:transition>
    </mc:Choice>
    <mc:Fallback>
      <p:transition spd="slow" advTm="35027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281638" y="3875384"/>
            <a:ext cx="8308496" cy="1161229"/>
            <a:chOff x="0" y="0"/>
            <a:chExt cx="2188246" cy="305838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188246" cy="305838"/>
            </a:xfrm>
            <a:custGeom>
              <a:avLst/>
              <a:gdLst/>
              <a:ahLst/>
              <a:cxnLst/>
              <a:rect l="l" t="t" r="r" b="b"/>
              <a:pathLst>
                <a:path w="2188246" h="305838">
                  <a:moveTo>
                    <a:pt x="47522" y="0"/>
                  </a:moveTo>
                  <a:lnTo>
                    <a:pt x="2140724" y="0"/>
                  </a:lnTo>
                  <a:cubicBezTo>
                    <a:pt x="2166969" y="0"/>
                    <a:pt x="2188246" y="21276"/>
                    <a:pt x="2188246" y="47522"/>
                  </a:cubicBezTo>
                  <a:lnTo>
                    <a:pt x="2188246" y="258316"/>
                  </a:lnTo>
                  <a:cubicBezTo>
                    <a:pt x="2188246" y="284562"/>
                    <a:pt x="2166969" y="305838"/>
                    <a:pt x="2140724" y="305838"/>
                  </a:cubicBezTo>
                  <a:lnTo>
                    <a:pt x="47522" y="305838"/>
                  </a:lnTo>
                  <a:cubicBezTo>
                    <a:pt x="21276" y="305838"/>
                    <a:pt x="0" y="284562"/>
                    <a:pt x="0" y="258316"/>
                  </a:cubicBezTo>
                  <a:lnTo>
                    <a:pt x="0" y="47522"/>
                  </a:lnTo>
                  <a:cubicBezTo>
                    <a:pt x="0" y="21276"/>
                    <a:pt x="21276" y="0"/>
                    <a:pt x="47522" y="0"/>
                  </a:cubicBez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2188246" cy="4106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Libra Serif Modern"/>
                  <a:ea typeface="Libra Serif Modern"/>
                  <a:cs typeface="Libra Serif Modern"/>
                  <a:sym typeface="Libra Serif Modern"/>
                </a:rPr>
                <a:t>Q / A / N / T / H / N / G / U / Ô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2737" y="4885462"/>
            <a:ext cx="5515855" cy="1559047"/>
            <a:chOff x="0" y="-104775"/>
            <a:chExt cx="1452736" cy="4106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2736" cy="305838"/>
            </a:xfrm>
            <a:custGeom>
              <a:avLst/>
              <a:gdLst/>
              <a:ahLst/>
              <a:cxnLst/>
              <a:rect l="l" t="t" r="r" b="b"/>
              <a:pathLst>
                <a:path w="1452736" h="305838">
                  <a:moveTo>
                    <a:pt x="71582" y="0"/>
                  </a:moveTo>
                  <a:lnTo>
                    <a:pt x="1381153" y="0"/>
                  </a:lnTo>
                  <a:cubicBezTo>
                    <a:pt x="1420687" y="0"/>
                    <a:pt x="1452736" y="32049"/>
                    <a:pt x="1452736" y="71582"/>
                  </a:cubicBezTo>
                  <a:lnTo>
                    <a:pt x="1452736" y="234256"/>
                  </a:lnTo>
                  <a:cubicBezTo>
                    <a:pt x="1452736" y="273790"/>
                    <a:pt x="1420687" y="305838"/>
                    <a:pt x="1381153" y="305838"/>
                  </a:cubicBezTo>
                  <a:lnTo>
                    <a:pt x="71582" y="305838"/>
                  </a:lnTo>
                  <a:cubicBezTo>
                    <a:pt x="32049" y="305838"/>
                    <a:pt x="0" y="273790"/>
                    <a:pt x="0" y="234256"/>
                  </a:cubicBezTo>
                  <a:lnTo>
                    <a:pt x="0" y="71582"/>
                  </a:lnTo>
                  <a:cubicBezTo>
                    <a:pt x="0" y="32049"/>
                    <a:pt x="32049" y="0"/>
                    <a:pt x="71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452736" cy="410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 b="1">
                  <a:solidFill>
                    <a:srgbClr val="C00000"/>
                  </a:solidFill>
                  <a:latin typeface="Libra Serif Modern Bold"/>
                  <a:ea typeface="Libra Serif Modern Bold"/>
                  <a:cs typeface="Libra Serif Modern Bold"/>
                  <a:sym typeface="Libra Serif Modern Bold"/>
                </a:rPr>
                <a:t>THÔNG QUAN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25795" y="2494952"/>
            <a:ext cx="8320407" cy="56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3999" b="1">
                <a:solidFill>
                  <a:srgbClr val="FFFFFF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Sắp xếp các từ sau đây: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28915" y="5863895"/>
            <a:ext cx="1893822" cy="3293604"/>
          </a:xfrm>
          <a:custGeom>
            <a:avLst/>
            <a:gdLst/>
            <a:ahLst/>
            <a:cxnLst/>
            <a:rect l="l" t="t" r="r" b="b"/>
            <a:pathLst>
              <a:path w="1893822" h="3293604">
                <a:moveTo>
                  <a:pt x="0" y="0"/>
                </a:moveTo>
                <a:lnTo>
                  <a:pt x="1893822" y="0"/>
                </a:lnTo>
                <a:lnTo>
                  <a:pt x="1893822" y="3293603"/>
                </a:lnTo>
                <a:lnTo>
                  <a:pt x="0" y="329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291407" y="3747184"/>
            <a:ext cx="5989184" cy="1161229"/>
            <a:chOff x="0" y="0"/>
            <a:chExt cx="1577398" cy="305838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577398" cy="305838"/>
            </a:xfrm>
            <a:custGeom>
              <a:avLst/>
              <a:gdLst/>
              <a:ahLst/>
              <a:cxnLst/>
              <a:rect l="l" t="t" r="r" b="b"/>
              <a:pathLst>
                <a:path w="1577398" h="305838">
                  <a:moveTo>
                    <a:pt x="65925" y="0"/>
                  </a:moveTo>
                  <a:lnTo>
                    <a:pt x="1511473" y="0"/>
                  </a:lnTo>
                  <a:cubicBezTo>
                    <a:pt x="1547883" y="0"/>
                    <a:pt x="1577398" y="29516"/>
                    <a:pt x="1577398" y="65925"/>
                  </a:cubicBezTo>
                  <a:lnTo>
                    <a:pt x="1577398" y="239913"/>
                  </a:lnTo>
                  <a:cubicBezTo>
                    <a:pt x="1577398" y="276322"/>
                    <a:pt x="1547883" y="305838"/>
                    <a:pt x="1511473" y="305838"/>
                  </a:cubicBezTo>
                  <a:lnTo>
                    <a:pt x="65925" y="305838"/>
                  </a:lnTo>
                  <a:cubicBezTo>
                    <a:pt x="29516" y="305838"/>
                    <a:pt x="0" y="276322"/>
                    <a:pt x="0" y="239913"/>
                  </a:cubicBezTo>
                  <a:lnTo>
                    <a:pt x="0" y="65925"/>
                  </a:lnTo>
                  <a:cubicBezTo>
                    <a:pt x="0" y="29516"/>
                    <a:pt x="29516" y="0"/>
                    <a:pt x="65925" y="0"/>
                  </a:cubicBez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1577398" cy="4106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Libra Serif Modern"/>
                  <a:ea typeface="Libra Serif Modern"/>
                  <a:cs typeface="Libra Serif Modern"/>
                  <a:sym typeface="Libra Serif Modern"/>
                </a:rPr>
                <a:t>C / U / K / A / Ử / Ẩ / 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2737" y="5283280"/>
            <a:ext cx="5515855" cy="1161229"/>
            <a:chOff x="0" y="0"/>
            <a:chExt cx="1452736" cy="305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2736" cy="305838"/>
            </a:xfrm>
            <a:custGeom>
              <a:avLst/>
              <a:gdLst/>
              <a:ahLst/>
              <a:cxnLst/>
              <a:rect l="l" t="t" r="r" b="b"/>
              <a:pathLst>
                <a:path w="1452736" h="305838">
                  <a:moveTo>
                    <a:pt x="71582" y="0"/>
                  </a:moveTo>
                  <a:lnTo>
                    <a:pt x="1381153" y="0"/>
                  </a:lnTo>
                  <a:cubicBezTo>
                    <a:pt x="1420687" y="0"/>
                    <a:pt x="1452736" y="32049"/>
                    <a:pt x="1452736" y="71582"/>
                  </a:cubicBezTo>
                  <a:lnTo>
                    <a:pt x="1452736" y="234256"/>
                  </a:lnTo>
                  <a:cubicBezTo>
                    <a:pt x="1452736" y="273790"/>
                    <a:pt x="1420687" y="305838"/>
                    <a:pt x="1381153" y="305838"/>
                  </a:cubicBezTo>
                  <a:lnTo>
                    <a:pt x="71582" y="305838"/>
                  </a:lnTo>
                  <a:cubicBezTo>
                    <a:pt x="32049" y="305838"/>
                    <a:pt x="0" y="273790"/>
                    <a:pt x="0" y="234256"/>
                  </a:cubicBezTo>
                  <a:lnTo>
                    <a:pt x="0" y="71582"/>
                  </a:lnTo>
                  <a:cubicBezTo>
                    <a:pt x="0" y="32049"/>
                    <a:pt x="32049" y="0"/>
                    <a:pt x="71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452736" cy="410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 b="1">
                  <a:solidFill>
                    <a:srgbClr val="C00000"/>
                  </a:solidFill>
                  <a:latin typeface="Libra Serif Modern Bold"/>
                  <a:ea typeface="Libra Serif Modern Bold"/>
                  <a:cs typeface="Libra Serif Modern Bold"/>
                  <a:sym typeface="Libra Serif Modern Bold"/>
                </a:rPr>
                <a:t>CỬA KHẨU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25795" y="2494952"/>
            <a:ext cx="8320407" cy="56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3999" b="1">
                <a:solidFill>
                  <a:srgbClr val="FFFFFF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Sắp xếp các từ sau đây: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28915" y="5863895"/>
            <a:ext cx="1893822" cy="3293604"/>
          </a:xfrm>
          <a:custGeom>
            <a:avLst/>
            <a:gdLst/>
            <a:ahLst/>
            <a:cxnLst/>
            <a:rect l="l" t="t" r="r" b="b"/>
            <a:pathLst>
              <a:path w="1893822" h="3293604">
                <a:moveTo>
                  <a:pt x="0" y="0"/>
                </a:moveTo>
                <a:lnTo>
                  <a:pt x="1893822" y="0"/>
                </a:lnTo>
                <a:lnTo>
                  <a:pt x="1893822" y="3293603"/>
                </a:lnTo>
                <a:lnTo>
                  <a:pt x="0" y="329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528071" y="3505784"/>
            <a:ext cx="5515855" cy="1161229"/>
            <a:chOff x="0" y="0"/>
            <a:chExt cx="1452736" cy="30583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452736" cy="305838"/>
            </a:xfrm>
            <a:custGeom>
              <a:avLst/>
              <a:gdLst/>
              <a:ahLst/>
              <a:cxnLst/>
              <a:rect l="l" t="t" r="r" b="b"/>
              <a:pathLst>
                <a:path w="1452736" h="305838">
                  <a:moveTo>
                    <a:pt x="71582" y="0"/>
                  </a:moveTo>
                  <a:lnTo>
                    <a:pt x="1381153" y="0"/>
                  </a:lnTo>
                  <a:cubicBezTo>
                    <a:pt x="1420687" y="0"/>
                    <a:pt x="1452736" y="32049"/>
                    <a:pt x="1452736" y="71582"/>
                  </a:cubicBezTo>
                  <a:lnTo>
                    <a:pt x="1452736" y="234256"/>
                  </a:lnTo>
                  <a:cubicBezTo>
                    <a:pt x="1452736" y="273790"/>
                    <a:pt x="1420687" y="305838"/>
                    <a:pt x="1381153" y="305838"/>
                  </a:cubicBezTo>
                  <a:lnTo>
                    <a:pt x="71582" y="305838"/>
                  </a:lnTo>
                  <a:cubicBezTo>
                    <a:pt x="32049" y="305838"/>
                    <a:pt x="0" y="273790"/>
                    <a:pt x="0" y="234256"/>
                  </a:cubicBezTo>
                  <a:lnTo>
                    <a:pt x="0" y="71582"/>
                  </a:lnTo>
                  <a:cubicBezTo>
                    <a:pt x="0" y="32049"/>
                    <a:pt x="32049" y="0"/>
                    <a:pt x="71582" y="0"/>
                  </a:cubicBez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1452736" cy="4106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Libra Serif Modern"/>
                  <a:ea typeface="Libra Serif Modern"/>
                  <a:cs typeface="Libra Serif Modern"/>
                  <a:sym typeface="Libra Serif Modern"/>
                </a:rPr>
                <a:t>T/ G / À / G / Ù / 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2737" y="5283280"/>
            <a:ext cx="5515855" cy="1161229"/>
            <a:chOff x="0" y="0"/>
            <a:chExt cx="1452736" cy="305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2736" cy="305838"/>
            </a:xfrm>
            <a:custGeom>
              <a:avLst/>
              <a:gdLst/>
              <a:ahLst/>
              <a:cxnLst/>
              <a:rect l="l" t="t" r="r" b="b"/>
              <a:pathLst>
                <a:path w="1452736" h="305838">
                  <a:moveTo>
                    <a:pt x="71582" y="0"/>
                  </a:moveTo>
                  <a:lnTo>
                    <a:pt x="1381153" y="0"/>
                  </a:lnTo>
                  <a:cubicBezTo>
                    <a:pt x="1420687" y="0"/>
                    <a:pt x="1452736" y="32049"/>
                    <a:pt x="1452736" y="71582"/>
                  </a:cubicBezTo>
                  <a:lnTo>
                    <a:pt x="1452736" y="234256"/>
                  </a:lnTo>
                  <a:cubicBezTo>
                    <a:pt x="1452736" y="273790"/>
                    <a:pt x="1420687" y="305838"/>
                    <a:pt x="1381153" y="305838"/>
                  </a:cubicBezTo>
                  <a:lnTo>
                    <a:pt x="71582" y="305838"/>
                  </a:lnTo>
                  <a:cubicBezTo>
                    <a:pt x="32049" y="305838"/>
                    <a:pt x="0" y="273790"/>
                    <a:pt x="0" y="234256"/>
                  </a:cubicBezTo>
                  <a:lnTo>
                    <a:pt x="0" y="71582"/>
                  </a:lnTo>
                  <a:cubicBezTo>
                    <a:pt x="0" y="32049"/>
                    <a:pt x="32049" y="0"/>
                    <a:pt x="71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452736" cy="410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 b="1">
                  <a:solidFill>
                    <a:srgbClr val="C00000"/>
                  </a:solidFill>
                  <a:latin typeface="Libra Serif Modern Bold"/>
                  <a:ea typeface="Libra Serif Modern Bold"/>
                  <a:cs typeface="Libra Serif Modern Bold"/>
                  <a:sym typeface="Libra Serif Modern Bold"/>
                </a:rPr>
                <a:t>TÀ LÙNG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25795" y="2494952"/>
            <a:ext cx="8320407" cy="56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3999" b="1">
                <a:solidFill>
                  <a:srgbClr val="FFFFFF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Sắp xếp các từ sau đây: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28915" y="5863895"/>
            <a:ext cx="1893822" cy="3293604"/>
          </a:xfrm>
          <a:custGeom>
            <a:avLst/>
            <a:gdLst/>
            <a:ahLst/>
            <a:cxnLst/>
            <a:rect l="l" t="t" r="r" b="b"/>
            <a:pathLst>
              <a:path w="1893822" h="3293604">
                <a:moveTo>
                  <a:pt x="0" y="0"/>
                </a:moveTo>
                <a:lnTo>
                  <a:pt x="1893822" y="0"/>
                </a:lnTo>
                <a:lnTo>
                  <a:pt x="1893822" y="3293603"/>
                </a:lnTo>
                <a:lnTo>
                  <a:pt x="0" y="329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944299" y="3438345"/>
            <a:ext cx="6872731" cy="1161229"/>
            <a:chOff x="0" y="0"/>
            <a:chExt cx="1810102" cy="305838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810102" cy="305838"/>
            </a:xfrm>
            <a:custGeom>
              <a:avLst/>
              <a:gdLst/>
              <a:ahLst/>
              <a:cxnLst/>
              <a:rect l="l" t="t" r="r" b="b"/>
              <a:pathLst>
                <a:path w="1810102" h="305838">
                  <a:moveTo>
                    <a:pt x="57450" y="0"/>
                  </a:moveTo>
                  <a:lnTo>
                    <a:pt x="1752652" y="0"/>
                  </a:lnTo>
                  <a:cubicBezTo>
                    <a:pt x="1784381" y="0"/>
                    <a:pt x="1810102" y="25721"/>
                    <a:pt x="1810102" y="57450"/>
                  </a:cubicBezTo>
                  <a:lnTo>
                    <a:pt x="1810102" y="248388"/>
                  </a:lnTo>
                  <a:cubicBezTo>
                    <a:pt x="1810102" y="280117"/>
                    <a:pt x="1784381" y="305838"/>
                    <a:pt x="1752652" y="305838"/>
                  </a:cubicBezTo>
                  <a:lnTo>
                    <a:pt x="57450" y="305838"/>
                  </a:lnTo>
                  <a:cubicBezTo>
                    <a:pt x="25721" y="305838"/>
                    <a:pt x="0" y="280117"/>
                    <a:pt x="0" y="248388"/>
                  </a:cubicBezTo>
                  <a:lnTo>
                    <a:pt x="0" y="57450"/>
                  </a:lnTo>
                  <a:cubicBezTo>
                    <a:pt x="0" y="25721"/>
                    <a:pt x="25721" y="0"/>
                    <a:pt x="57450" y="0"/>
                  </a:cubicBez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1810102" cy="4106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Libra Serif Modern"/>
                  <a:ea typeface="Libra Serif Modern"/>
                  <a:cs typeface="Libra Serif Modern"/>
                  <a:sym typeface="Libra Serif Modern"/>
                </a:rPr>
                <a:t>N / Ể / H / P / T / Á / I / T / 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2737" y="5283280"/>
            <a:ext cx="5515855" cy="1161229"/>
            <a:chOff x="0" y="0"/>
            <a:chExt cx="1452736" cy="305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2736" cy="305838"/>
            </a:xfrm>
            <a:custGeom>
              <a:avLst/>
              <a:gdLst/>
              <a:ahLst/>
              <a:cxnLst/>
              <a:rect l="l" t="t" r="r" b="b"/>
              <a:pathLst>
                <a:path w="1452736" h="305838">
                  <a:moveTo>
                    <a:pt x="71582" y="0"/>
                  </a:moveTo>
                  <a:lnTo>
                    <a:pt x="1381153" y="0"/>
                  </a:lnTo>
                  <a:cubicBezTo>
                    <a:pt x="1420687" y="0"/>
                    <a:pt x="1452736" y="32049"/>
                    <a:pt x="1452736" y="71582"/>
                  </a:cubicBezTo>
                  <a:lnTo>
                    <a:pt x="1452736" y="234256"/>
                  </a:lnTo>
                  <a:cubicBezTo>
                    <a:pt x="1452736" y="273790"/>
                    <a:pt x="1420687" y="305838"/>
                    <a:pt x="1381153" y="305838"/>
                  </a:cubicBezTo>
                  <a:lnTo>
                    <a:pt x="71582" y="305838"/>
                  </a:lnTo>
                  <a:cubicBezTo>
                    <a:pt x="32049" y="305838"/>
                    <a:pt x="0" y="273790"/>
                    <a:pt x="0" y="234256"/>
                  </a:cubicBezTo>
                  <a:lnTo>
                    <a:pt x="0" y="71582"/>
                  </a:lnTo>
                  <a:cubicBezTo>
                    <a:pt x="0" y="32049"/>
                    <a:pt x="32049" y="0"/>
                    <a:pt x="71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452736" cy="410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 b="1">
                  <a:solidFill>
                    <a:srgbClr val="C00000"/>
                  </a:solidFill>
                  <a:latin typeface="Libra Serif Modern Bold"/>
                  <a:ea typeface="Libra Serif Modern Bold"/>
                  <a:cs typeface="Libra Serif Modern Bold"/>
                  <a:sym typeface="Libra Serif Modern Bold"/>
                </a:rPr>
                <a:t>PHÁT TRIỂN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25795" y="2494952"/>
            <a:ext cx="8320407" cy="56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3999" b="1">
                <a:solidFill>
                  <a:srgbClr val="FFFFFF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Sắp xếp các từ sau đây: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28915" y="5863895"/>
            <a:ext cx="1893822" cy="3293604"/>
          </a:xfrm>
          <a:custGeom>
            <a:avLst/>
            <a:gdLst/>
            <a:ahLst/>
            <a:cxnLst/>
            <a:rect l="l" t="t" r="r" b="b"/>
            <a:pathLst>
              <a:path w="1893822" h="3293604">
                <a:moveTo>
                  <a:pt x="0" y="0"/>
                </a:moveTo>
                <a:lnTo>
                  <a:pt x="1893822" y="0"/>
                </a:lnTo>
                <a:lnTo>
                  <a:pt x="1893822" y="3293603"/>
                </a:lnTo>
                <a:lnTo>
                  <a:pt x="0" y="329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971656" y="3592029"/>
            <a:ext cx="6628685" cy="1161229"/>
            <a:chOff x="0" y="0"/>
            <a:chExt cx="1745826" cy="305838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745826" cy="305838"/>
            </a:xfrm>
            <a:custGeom>
              <a:avLst/>
              <a:gdLst/>
              <a:ahLst/>
              <a:cxnLst/>
              <a:rect l="l" t="t" r="r" b="b"/>
              <a:pathLst>
                <a:path w="1745826" h="305838">
                  <a:moveTo>
                    <a:pt x="59565" y="0"/>
                  </a:moveTo>
                  <a:lnTo>
                    <a:pt x="1686261" y="0"/>
                  </a:lnTo>
                  <a:cubicBezTo>
                    <a:pt x="1702059" y="0"/>
                    <a:pt x="1717210" y="6276"/>
                    <a:pt x="1728380" y="17446"/>
                  </a:cubicBezTo>
                  <a:cubicBezTo>
                    <a:pt x="1739551" y="28617"/>
                    <a:pt x="1745826" y="43767"/>
                    <a:pt x="1745826" y="59565"/>
                  </a:cubicBezTo>
                  <a:lnTo>
                    <a:pt x="1745826" y="246273"/>
                  </a:lnTo>
                  <a:cubicBezTo>
                    <a:pt x="1745826" y="262071"/>
                    <a:pt x="1739551" y="277221"/>
                    <a:pt x="1728380" y="288392"/>
                  </a:cubicBezTo>
                  <a:cubicBezTo>
                    <a:pt x="1717210" y="299563"/>
                    <a:pt x="1702059" y="305838"/>
                    <a:pt x="1686261" y="305838"/>
                  </a:cubicBezTo>
                  <a:lnTo>
                    <a:pt x="59565" y="305838"/>
                  </a:lnTo>
                  <a:cubicBezTo>
                    <a:pt x="26668" y="305838"/>
                    <a:pt x="0" y="279170"/>
                    <a:pt x="0" y="246273"/>
                  </a:cubicBezTo>
                  <a:lnTo>
                    <a:pt x="0" y="59565"/>
                  </a:lnTo>
                  <a:cubicBezTo>
                    <a:pt x="0" y="26668"/>
                    <a:pt x="26668" y="0"/>
                    <a:pt x="59565" y="0"/>
                  </a:cubicBez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1745826" cy="4106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Libra Serif Modern"/>
                  <a:ea typeface="Libra Serif Modern"/>
                  <a:cs typeface="Libra Serif Modern"/>
                  <a:sym typeface="Libra Serif Modern"/>
                </a:rPr>
                <a:t>N / Ế / N / K / O / T / Đ /À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2737" y="5143500"/>
            <a:ext cx="5515855" cy="1161229"/>
            <a:chOff x="0" y="0"/>
            <a:chExt cx="1452736" cy="305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2736" cy="305838"/>
            </a:xfrm>
            <a:custGeom>
              <a:avLst/>
              <a:gdLst/>
              <a:ahLst/>
              <a:cxnLst/>
              <a:rect l="l" t="t" r="r" b="b"/>
              <a:pathLst>
                <a:path w="1452736" h="305838">
                  <a:moveTo>
                    <a:pt x="71582" y="0"/>
                  </a:moveTo>
                  <a:lnTo>
                    <a:pt x="1381153" y="0"/>
                  </a:lnTo>
                  <a:cubicBezTo>
                    <a:pt x="1420687" y="0"/>
                    <a:pt x="1452736" y="32049"/>
                    <a:pt x="1452736" y="71582"/>
                  </a:cubicBezTo>
                  <a:lnTo>
                    <a:pt x="1452736" y="234256"/>
                  </a:lnTo>
                  <a:cubicBezTo>
                    <a:pt x="1452736" y="273790"/>
                    <a:pt x="1420687" y="305838"/>
                    <a:pt x="1381153" y="305838"/>
                  </a:cubicBezTo>
                  <a:lnTo>
                    <a:pt x="71582" y="305838"/>
                  </a:lnTo>
                  <a:cubicBezTo>
                    <a:pt x="32049" y="305838"/>
                    <a:pt x="0" y="273790"/>
                    <a:pt x="0" y="234256"/>
                  </a:cubicBezTo>
                  <a:lnTo>
                    <a:pt x="0" y="71582"/>
                  </a:lnTo>
                  <a:cubicBezTo>
                    <a:pt x="0" y="32049"/>
                    <a:pt x="32049" y="0"/>
                    <a:pt x="71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452736" cy="410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 b="1">
                  <a:solidFill>
                    <a:srgbClr val="C00000"/>
                  </a:solidFill>
                  <a:latin typeface="Libra Serif Modern Bold"/>
                  <a:ea typeface="Libra Serif Modern Bold"/>
                  <a:cs typeface="Libra Serif Modern Bold"/>
                  <a:sym typeface="Libra Serif Modern Bold"/>
                </a:rPr>
                <a:t>ĐOÀN KẾT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25795" y="2494952"/>
            <a:ext cx="8320407" cy="56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3999" b="1">
                <a:solidFill>
                  <a:srgbClr val="FFFFFF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Sắp xếp các từ sau đây: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28915" y="5863895"/>
            <a:ext cx="1893822" cy="3293604"/>
          </a:xfrm>
          <a:custGeom>
            <a:avLst/>
            <a:gdLst/>
            <a:ahLst/>
            <a:cxnLst/>
            <a:rect l="l" t="t" r="r" b="b"/>
            <a:pathLst>
              <a:path w="1893822" h="3293604">
                <a:moveTo>
                  <a:pt x="0" y="0"/>
                </a:moveTo>
                <a:lnTo>
                  <a:pt x="1893822" y="0"/>
                </a:lnTo>
                <a:lnTo>
                  <a:pt x="1893822" y="3293603"/>
                </a:lnTo>
                <a:lnTo>
                  <a:pt x="0" y="329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12842" y="3753898"/>
            <a:ext cx="7062316" cy="1161229"/>
            <a:chOff x="0" y="0"/>
            <a:chExt cx="1860034" cy="305838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860034" cy="305838"/>
            </a:xfrm>
            <a:custGeom>
              <a:avLst/>
              <a:gdLst/>
              <a:ahLst/>
              <a:cxnLst/>
              <a:rect l="l" t="t" r="r" b="b"/>
              <a:pathLst>
                <a:path w="1860034" h="305838">
                  <a:moveTo>
                    <a:pt x="55908" y="0"/>
                  </a:moveTo>
                  <a:lnTo>
                    <a:pt x="1804126" y="0"/>
                  </a:lnTo>
                  <a:cubicBezTo>
                    <a:pt x="1835003" y="0"/>
                    <a:pt x="1860034" y="25031"/>
                    <a:pt x="1860034" y="55908"/>
                  </a:cubicBezTo>
                  <a:lnTo>
                    <a:pt x="1860034" y="249930"/>
                  </a:lnTo>
                  <a:cubicBezTo>
                    <a:pt x="1860034" y="264758"/>
                    <a:pt x="1854144" y="278978"/>
                    <a:pt x="1843659" y="289463"/>
                  </a:cubicBezTo>
                  <a:cubicBezTo>
                    <a:pt x="1833174" y="299948"/>
                    <a:pt x="1818954" y="305838"/>
                    <a:pt x="1804126" y="305838"/>
                  </a:cubicBezTo>
                  <a:lnTo>
                    <a:pt x="55908" y="305838"/>
                  </a:lnTo>
                  <a:cubicBezTo>
                    <a:pt x="41080" y="305838"/>
                    <a:pt x="26860" y="299948"/>
                    <a:pt x="16375" y="289463"/>
                  </a:cubicBezTo>
                  <a:cubicBezTo>
                    <a:pt x="5890" y="278978"/>
                    <a:pt x="0" y="264758"/>
                    <a:pt x="0" y="249930"/>
                  </a:cubicBezTo>
                  <a:lnTo>
                    <a:pt x="0" y="55908"/>
                  </a:lnTo>
                  <a:cubicBezTo>
                    <a:pt x="0" y="41080"/>
                    <a:pt x="5890" y="26860"/>
                    <a:pt x="16375" y="16375"/>
                  </a:cubicBezTo>
                  <a:cubicBezTo>
                    <a:pt x="26860" y="5890"/>
                    <a:pt x="41080" y="0"/>
                    <a:pt x="55908" y="0"/>
                  </a:cubicBez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1860034" cy="4106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Libra Serif Modern"/>
                  <a:ea typeface="Libra Serif Modern"/>
                  <a:cs typeface="Libra Serif Modern"/>
                  <a:sym typeface="Libra Serif Modern"/>
                </a:rPr>
                <a:t>C / Ố / I / N / Ế / G / N / 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2737" y="5283280"/>
            <a:ext cx="5515855" cy="1161229"/>
            <a:chOff x="0" y="0"/>
            <a:chExt cx="1452736" cy="305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2736" cy="305838"/>
            </a:xfrm>
            <a:custGeom>
              <a:avLst/>
              <a:gdLst/>
              <a:ahLst/>
              <a:cxnLst/>
              <a:rect l="l" t="t" r="r" b="b"/>
              <a:pathLst>
                <a:path w="1452736" h="305838">
                  <a:moveTo>
                    <a:pt x="71582" y="0"/>
                  </a:moveTo>
                  <a:lnTo>
                    <a:pt x="1381153" y="0"/>
                  </a:lnTo>
                  <a:cubicBezTo>
                    <a:pt x="1420687" y="0"/>
                    <a:pt x="1452736" y="32049"/>
                    <a:pt x="1452736" y="71582"/>
                  </a:cubicBezTo>
                  <a:lnTo>
                    <a:pt x="1452736" y="234256"/>
                  </a:lnTo>
                  <a:cubicBezTo>
                    <a:pt x="1452736" y="273790"/>
                    <a:pt x="1420687" y="305838"/>
                    <a:pt x="1381153" y="305838"/>
                  </a:cubicBezTo>
                  <a:lnTo>
                    <a:pt x="71582" y="305838"/>
                  </a:lnTo>
                  <a:cubicBezTo>
                    <a:pt x="32049" y="305838"/>
                    <a:pt x="0" y="273790"/>
                    <a:pt x="0" y="234256"/>
                  </a:cubicBezTo>
                  <a:lnTo>
                    <a:pt x="0" y="71582"/>
                  </a:lnTo>
                  <a:cubicBezTo>
                    <a:pt x="0" y="32049"/>
                    <a:pt x="32049" y="0"/>
                    <a:pt x="71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452736" cy="410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 b="1">
                  <a:solidFill>
                    <a:srgbClr val="C00000"/>
                  </a:solidFill>
                  <a:latin typeface="Libra Serif Modern Bold"/>
                  <a:ea typeface="Libra Serif Modern Bold"/>
                  <a:cs typeface="Libra Serif Modern Bold"/>
                  <a:sym typeface="Libra Serif Modern Bold"/>
                </a:rPr>
                <a:t>CỐNG HIẾN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25795" y="2494952"/>
            <a:ext cx="8320407" cy="56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3999" b="1">
                <a:solidFill>
                  <a:srgbClr val="FFFFFF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Sắp xếp các từ sau đây: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28915" y="5863895"/>
            <a:ext cx="1893822" cy="3293604"/>
          </a:xfrm>
          <a:custGeom>
            <a:avLst/>
            <a:gdLst/>
            <a:ahLst/>
            <a:cxnLst/>
            <a:rect l="l" t="t" r="r" b="b"/>
            <a:pathLst>
              <a:path w="1893822" h="3293604">
                <a:moveTo>
                  <a:pt x="0" y="0"/>
                </a:moveTo>
                <a:lnTo>
                  <a:pt x="1893822" y="0"/>
                </a:lnTo>
                <a:lnTo>
                  <a:pt x="1893822" y="3293603"/>
                </a:lnTo>
                <a:lnTo>
                  <a:pt x="0" y="329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479825" y="3882337"/>
            <a:ext cx="7612347" cy="1161229"/>
            <a:chOff x="0" y="0"/>
            <a:chExt cx="2004898" cy="305838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004898" cy="305838"/>
            </a:xfrm>
            <a:custGeom>
              <a:avLst/>
              <a:gdLst/>
              <a:ahLst/>
              <a:cxnLst/>
              <a:rect l="l" t="t" r="r" b="b"/>
              <a:pathLst>
                <a:path w="2004898" h="305838">
                  <a:moveTo>
                    <a:pt x="51868" y="0"/>
                  </a:moveTo>
                  <a:lnTo>
                    <a:pt x="1953030" y="0"/>
                  </a:lnTo>
                  <a:cubicBezTo>
                    <a:pt x="1966786" y="0"/>
                    <a:pt x="1979979" y="5465"/>
                    <a:pt x="1989706" y="15192"/>
                  </a:cubicBezTo>
                  <a:cubicBezTo>
                    <a:pt x="1999433" y="24919"/>
                    <a:pt x="2004898" y="38112"/>
                    <a:pt x="2004898" y="51868"/>
                  </a:cubicBezTo>
                  <a:lnTo>
                    <a:pt x="2004898" y="253970"/>
                  </a:lnTo>
                  <a:cubicBezTo>
                    <a:pt x="2004898" y="282616"/>
                    <a:pt x="1981676" y="305838"/>
                    <a:pt x="1953030" y="305838"/>
                  </a:cubicBezTo>
                  <a:lnTo>
                    <a:pt x="51868" y="305838"/>
                  </a:lnTo>
                  <a:cubicBezTo>
                    <a:pt x="23222" y="305838"/>
                    <a:pt x="0" y="282616"/>
                    <a:pt x="0" y="253970"/>
                  </a:cubicBezTo>
                  <a:lnTo>
                    <a:pt x="0" y="51868"/>
                  </a:lnTo>
                  <a:cubicBezTo>
                    <a:pt x="0" y="23222"/>
                    <a:pt x="23222" y="0"/>
                    <a:pt x="51868" y="0"/>
                  </a:cubicBez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2004898" cy="4106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Libra Serif Modern"/>
                  <a:ea typeface="Libra Serif Modern"/>
                  <a:cs typeface="Libra Serif Modern"/>
                  <a:sym typeface="Libra Serif Modern"/>
                </a:rPr>
                <a:t>N / Ă / N / G / Ơ / T / Ư / L / G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2737" y="5283280"/>
            <a:ext cx="5515855" cy="1161229"/>
            <a:chOff x="0" y="0"/>
            <a:chExt cx="1452736" cy="305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2736" cy="305838"/>
            </a:xfrm>
            <a:custGeom>
              <a:avLst/>
              <a:gdLst/>
              <a:ahLst/>
              <a:cxnLst/>
              <a:rect l="l" t="t" r="r" b="b"/>
              <a:pathLst>
                <a:path w="1452736" h="305838">
                  <a:moveTo>
                    <a:pt x="71582" y="0"/>
                  </a:moveTo>
                  <a:lnTo>
                    <a:pt x="1381153" y="0"/>
                  </a:lnTo>
                  <a:cubicBezTo>
                    <a:pt x="1420687" y="0"/>
                    <a:pt x="1452736" y="32049"/>
                    <a:pt x="1452736" y="71582"/>
                  </a:cubicBezTo>
                  <a:lnTo>
                    <a:pt x="1452736" y="234256"/>
                  </a:lnTo>
                  <a:cubicBezTo>
                    <a:pt x="1452736" y="273790"/>
                    <a:pt x="1420687" y="305838"/>
                    <a:pt x="1381153" y="305838"/>
                  </a:cubicBezTo>
                  <a:lnTo>
                    <a:pt x="71582" y="305838"/>
                  </a:lnTo>
                  <a:cubicBezTo>
                    <a:pt x="32049" y="305838"/>
                    <a:pt x="0" y="273790"/>
                    <a:pt x="0" y="234256"/>
                  </a:cubicBezTo>
                  <a:lnTo>
                    <a:pt x="0" y="71582"/>
                  </a:lnTo>
                  <a:cubicBezTo>
                    <a:pt x="0" y="32049"/>
                    <a:pt x="32049" y="0"/>
                    <a:pt x="71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452736" cy="410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 b="1">
                  <a:solidFill>
                    <a:srgbClr val="C00000"/>
                  </a:solidFill>
                  <a:latin typeface="Libra Serif Modern Bold"/>
                  <a:ea typeface="Libra Serif Modern Bold"/>
                  <a:cs typeface="Libra Serif Modern Bold"/>
                  <a:sym typeface="Libra Serif Modern Bold"/>
                </a:rPr>
                <a:t>TĂNG LƯƠNG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25795" y="2494952"/>
            <a:ext cx="8320407" cy="56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3999" b="1">
                <a:solidFill>
                  <a:srgbClr val="FFFFFF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Sắp xếp các từ sau đây: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28915" y="5863895"/>
            <a:ext cx="1893822" cy="3293604"/>
          </a:xfrm>
          <a:custGeom>
            <a:avLst/>
            <a:gdLst/>
            <a:ahLst/>
            <a:cxnLst/>
            <a:rect l="l" t="t" r="r" b="b"/>
            <a:pathLst>
              <a:path w="1893822" h="3293604">
                <a:moveTo>
                  <a:pt x="0" y="0"/>
                </a:moveTo>
                <a:lnTo>
                  <a:pt x="1893822" y="0"/>
                </a:lnTo>
                <a:lnTo>
                  <a:pt x="1893822" y="3293603"/>
                </a:lnTo>
                <a:lnTo>
                  <a:pt x="0" y="329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54841" y="3882337"/>
            <a:ext cx="7062316" cy="1161229"/>
            <a:chOff x="0" y="0"/>
            <a:chExt cx="1860034" cy="305838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860034" cy="305838"/>
            </a:xfrm>
            <a:custGeom>
              <a:avLst/>
              <a:gdLst/>
              <a:ahLst/>
              <a:cxnLst/>
              <a:rect l="l" t="t" r="r" b="b"/>
              <a:pathLst>
                <a:path w="1860034" h="305838">
                  <a:moveTo>
                    <a:pt x="55908" y="0"/>
                  </a:moveTo>
                  <a:lnTo>
                    <a:pt x="1804126" y="0"/>
                  </a:lnTo>
                  <a:cubicBezTo>
                    <a:pt x="1835003" y="0"/>
                    <a:pt x="1860034" y="25031"/>
                    <a:pt x="1860034" y="55908"/>
                  </a:cubicBezTo>
                  <a:lnTo>
                    <a:pt x="1860034" y="249930"/>
                  </a:lnTo>
                  <a:cubicBezTo>
                    <a:pt x="1860034" y="264758"/>
                    <a:pt x="1854144" y="278978"/>
                    <a:pt x="1843659" y="289463"/>
                  </a:cubicBezTo>
                  <a:cubicBezTo>
                    <a:pt x="1833174" y="299948"/>
                    <a:pt x="1818954" y="305838"/>
                    <a:pt x="1804126" y="305838"/>
                  </a:cubicBezTo>
                  <a:lnTo>
                    <a:pt x="55908" y="305838"/>
                  </a:lnTo>
                  <a:cubicBezTo>
                    <a:pt x="41080" y="305838"/>
                    <a:pt x="26860" y="299948"/>
                    <a:pt x="16375" y="289463"/>
                  </a:cubicBezTo>
                  <a:cubicBezTo>
                    <a:pt x="5890" y="278978"/>
                    <a:pt x="0" y="264758"/>
                    <a:pt x="0" y="249930"/>
                  </a:cubicBezTo>
                  <a:lnTo>
                    <a:pt x="0" y="55908"/>
                  </a:lnTo>
                  <a:cubicBezTo>
                    <a:pt x="0" y="41080"/>
                    <a:pt x="5890" y="26860"/>
                    <a:pt x="16375" y="16375"/>
                  </a:cubicBezTo>
                  <a:cubicBezTo>
                    <a:pt x="26860" y="5890"/>
                    <a:pt x="41080" y="0"/>
                    <a:pt x="55908" y="0"/>
                  </a:cubicBez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1860034" cy="4106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Libra Serif Modern"/>
                  <a:ea typeface="Libra Serif Modern"/>
                  <a:cs typeface="Libra Serif Modern"/>
                  <a:sym typeface="Libra Serif Modern"/>
                </a:rPr>
                <a:t>T / Ệ / T / Ờ / Y / U / I / V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2737" y="5283280"/>
            <a:ext cx="5515855" cy="1161229"/>
            <a:chOff x="0" y="0"/>
            <a:chExt cx="1452736" cy="305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2736" cy="305838"/>
            </a:xfrm>
            <a:custGeom>
              <a:avLst/>
              <a:gdLst/>
              <a:ahLst/>
              <a:cxnLst/>
              <a:rect l="l" t="t" r="r" b="b"/>
              <a:pathLst>
                <a:path w="1452736" h="305838">
                  <a:moveTo>
                    <a:pt x="71582" y="0"/>
                  </a:moveTo>
                  <a:lnTo>
                    <a:pt x="1381153" y="0"/>
                  </a:lnTo>
                  <a:cubicBezTo>
                    <a:pt x="1420687" y="0"/>
                    <a:pt x="1452736" y="32049"/>
                    <a:pt x="1452736" y="71582"/>
                  </a:cubicBezTo>
                  <a:lnTo>
                    <a:pt x="1452736" y="234256"/>
                  </a:lnTo>
                  <a:cubicBezTo>
                    <a:pt x="1452736" y="273790"/>
                    <a:pt x="1420687" y="305838"/>
                    <a:pt x="1381153" y="305838"/>
                  </a:cubicBezTo>
                  <a:lnTo>
                    <a:pt x="71582" y="305838"/>
                  </a:lnTo>
                  <a:cubicBezTo>
                    <a:pt x="32049" y="305838"/>
                    <a:pt x="0" y="273790"/>
                    <a:pt x="0" y="234256"/>
                  </a:cubicBezTo>
                  <a:lnTo>
                    <a:pt x="0" y="71582"/>
                  </a:lnTo>
                  <a:cubicBezTo>
                    <a:pt x="0" y="32049"/>
                    <a:pt x="32049" y="0"/>
                    <a:pt x="71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452736" cy="410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 b="1">
                  <a:solidFill>
                    <a:srgbClr val="000000"/>
                  </a:solidFill>
                  <a:latin typeface="Libra Serif Modern Bold"/>
                  <a:ea typeface="Libra Serif Modern Bold"/>
                  <a:cs typeface="Libra Serif Modern Bold"/>
                  <a:sym typeface="Libra Serif Modern Bold"/>
                </a:rPr>
                <a:t>TUYỆT VỜI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25795" y="2494952"/>
            <a:ext cx="8320407" cy="56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3999" b="1">
                <a:solidFill>
                  <a:srgbClr val="FFFFFF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Sắp xếp các từ sau đây: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28915" y="5863895"/>
            <a:ext cx="1893822" cy="3293604"/>
          </a:xfrm>
          <a:custGeom>
            <a:avLst/>
            <a:gdLst/>
            <a:ahLst/>
            <a:cxnLst/>
            <a:rect l="l" t="t" r="r" b="b"/>
            <a:pathLst>
              <a:path w="1893822" h="3293604">
                <a:moveTo>
                  <a:pt x="0" y="0"/>
                </a:moveTo>
                <a:lnTo>
                  <a:pt x="1893822" y="0"/>
                </a:lnTo>
                <a:lnTo>
                  <a:pt x="1893822" y="3293603"/>
                </a:lnTo>
                <a:lnTo>
                  <a:pt x="0" y="329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75826" y="3592029"/>
            <a:ext cx="7062316" cy="1161229"/>
            <a:chOff x="0" y="0"/>
            <a:chExt cx="1860034" cy="305838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860034" cy="305838"/>
            </a:xfrm>
            <a:custGeom>
              <a:avLst/>
              <a:gdLst/>
              <a:ahLst/>
              <a:cxnLst/>
              <a:rect l="l" t="t" r="r" b="b"/>
              <a:pathLst>
                <a:path w="1860034" h="305838">
                  <a:moveTo>
                    <a:pt x="55908" y="0"/>
                  </a:moveTo>
                  <a:lnTo>
                    <a:pt x="1804126" y="0"/>
                  </a:lnTo>
                  <a:cubicBezTo>
                    <a:pt x="1835003" y="0"/>
                    <a:pt x="1860034" y="25031"/>
                    <a:pt x="1860034" y="55908"/>
                  </a:cubicBezTo>
                  <a:lnTo>
                    <a:pt x="1860034" y="249930"/>
                  </a:lnTo>
                  <a:cubicBezTo>
                    <a:pt x="1860034" y="264758"/>
                    <a:pt x="1854144" y="278978"/>
                    <a:pt x="1843659" y="289463"/>
                  </a:cubicBezTo>
                  <a:cubicBezTo>
                    <a:pt x="1833174" y="299948"/>
                    <a:pt x="1818954" y="305838"/>
                    <a:pt x="1804126" y="305838"/>
                  </a:cubicBezTo>
                  <a:lnTo>
                    <a:pt x="55908" y="305838"/>
                  </a:lnTo>
                  <a:cubicBezTo>
                    <a:pt x="41080" y="305838"/>
                    <a:pt x="26860" y="299948"/>
                    <a:pt x="16375" y="289463"/>
                  </a:cubicBezTo>
                  <a:cubicBezTo>
                    <a:pt x="5890" y="278978"/>
                    <a:pt x="0" y="264758"/>
                    <a:pt x="0" y="249930"/>
                  </a:cubicBezTo>
                  <a:lnTo>
                    <a:pt x="0" y="55908"/>
                  </a:lnTo>
                  <a:cubicBezTo>
                    <a:pt x="0" y="41080"/>
                    <a:pt x="5890" y="26860"/>
                    <a:pt x="16375" y="16375"/>
                  </a:cubicBezTo>
                  <a:cubicBezTo>
                    <a:pt x="26860" y="5890"/>
                    <a:pt x="41080" y="0"/>
                    <a:pt x="55908" y="0"/>
                  </a:cubicBez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1860034" cy="4106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Libra Serif Modern"/>
                  <a:ea typeface="Libra Serif Modern"/>
                  <a:cs typeface="Libra Serif Modern"/>
                  <a:sym typeface="Libra Serif Modern"/>
                </a:rPr>
                <a:t>C / Ố / N / I / N / G / Ế / 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2737" y="5283280"/>
            <a:ext cx="5515855" cy="1161229"/>
            <a:chOff x="0" y="0"/>
            <a:chExt cx="1452736" cy="305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2736" cy="305838"/>
            </a:xfrm>
            <a:custGeom>
              <a:avLst/>
              <a:gdLst/>
              <a:ahLst/>
              <a:cxnLst/>
              <a:rect l="l" t="t" r="r" b="b"/>
              <a:pathLst>
                <a:path w="1452736" h="305838">
                  <a:moveTo>
                    <a:pt x="71582" y="0"/>
                  </a:moveTo>
                  <a:lnTo>
                    <a:pt x="1381153" y="0"/>
                  </a:lnTo>
                  <a:cubicBezTo>
                    <a:pt x="1420687" y="0"/>
                    <a:pt x="1452736" y="32049"/>
                    <a:pt x="1452736" y="71582"/>
                  </a:cubicBezTo>
                  <a:lnTo>
                    <a:pt x="1452736" y="234256"/>
                  </a:lnTo>
                  <a:cubicBezTo>
                    <a:pt x="1452736" y="273790"/>
                    <a:pt x="1420687" y="305838"/>
                    <a:pt x="1381153" y="305838"/>
                  </a:cubicBezTo>
                  <a:lnTo>
                    <a:pt x="71582" y="305838"/>
                  </a:lnTo>
                  <a:cubicBezTo>
                    <a:pt x="32049" y="305838"/>
                    <a:pt x="0" y="273790"/>
                    <a:pt x="0" y="234256"/>
                  </a:cubicBezTo>
                  <a:lnTo>
                    <a:pt x="0" y="71582"/>
                  </a:lnTo>
                  <a:cubicBezTo>
                    <a:pt x="0" y="32049"/>
                    <a:pt x="32049" y="0"/>
                    <a:pt x="71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452736" cy="410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 b="1">
                  <a:solidFill>
                    <a:srgbClr val="C00000"/>
                  </a:solidFill>
                  <a:latin typeface="Libra Serif Modern Bold"/>
                  <a:ea typeface="Libra Serif Modern Bold"/>
                  <a:cs typeface="Libra Serif Modern Bold"/>
                  <a:sym typeface="Libra Serif Modern Bold"/>
                </a:rPr>
                <a:t>CỐNG</a:t>
              </a:r>
              <a:r>
                <a:rPr lang="en-US" sz="4500" b="1">
                  <a:solidFill>
                    <a:srgbClr val="000000"/>
                  </a:solidFill>
                  <a:latin typeface="Libra Serif Modern Bold"/>
                  <a:ea typeface="Libra Serif Modern Bold"/>
                  <a:cs typeface="Libra Serif Modern Bold"/>
                  <a:sym typeface="Libra Serif Modern Bold"/>
                </a:rPr>
                <a:t> </a:t>
              </a:r>
              <a:r>
                <a:rPr lang="en-US" sz="4500" b="1">
                  <a:solidFill>
                    <a:srgbClr val="C00000"/>
                  </a:solidFill>
                  <a:latin typeface="Libra Serif Modern Bold"/>
                  <a:ea typeface="Libra Serif Modern Bold"/>
                  <a:cs typeface="Libra Serif Modern Bold"/>
                  <a:sym typeface="Libra Serif Modern Bold"/>
                </a:rPr>
                <a:t>HIẾN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25795" y="2494952"/>
            <a:ext cx="8320407" cy="56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3999" b="1">
                <a:solidFill>
                  <a:srgbClr val="FFFFFF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Sắp xếp các từ sau đây: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28915" y="5863895"/>
            <a:ext cx="1893822" cy="3293604"/>
          </a:xfrm>
          <a:custGeom>
            <a:avLst/>
            <a:gdLst/>
            <a:ahLst/>
            <a:cxnLst/>
            <a:rect l="l" t="t" r="r" b="b"/>
            <a:pathLst>
              <a:path w="1893822" h="3293604">
                <a:moveTo>
                  <a:pt x="0" y="0"/>
                </a:moveTo>
                <a:lnTo>
                  <a:pt x="1893822" y="0"/>
                </a:lnTo>
                <a:lnTo>
                  <a:pt x="1893822" y="3293603"/>
                </a:lnTo>
                <a:lnTo>
                  <a:pt x="0" y="329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337826" y="3786096"/>
            <a:ext cx="7612347" cy="1161229"/>
            <a:chOff x="0" y="0"/>
            <a:chExt cx="2004898" cy="305838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004898" cy="305838"/>
            </a:xfrm>
            <a:custGeom>
              <a:avLst/>
              <a:gdLst/>
              <a:ahLst/>
              <a:cxnLst/>
              <a:rect l="l" t="t" r="r" b="b"/>
              <a:pathLst>
                <a:path w="2004898" h="305838">
                  <a:moveTo>
                    <a:pt x="51868" y="0"/>
                  </a:moveTo>
                  <a:lnTo>
                    <a:pt x="1953030" y="0"/>
                  </a:lnTo>
                  <a:cubicBezTo>
                    <a:pt x="1966786" y="0"/>
                    <a:pt x="1979979" y="5465"/>
                    <a:pt x="1989706" y="15192"/>
                  </a:cubicBezTo>
                  <a:cubicBezTo>
                    <a:pt x="1999433" y="24919"/>
                    <a:pt x="2004898" y="38112"/>
                    <a:pt x="2004898" y="51868"/>
                  </a:cubicBezTo>
                  <a:lnTo>
                    <a:pt x="2004898" y="253970"/>
                  </a:lnTo>
                  <a:cubicBezTo>
                    <a:pt x="2004898" y="282616"/>
                    <a:pt x="1981676" y="305838"/>
                    <a:pt x="1953030" y="305838"/>
                  </a:cubicBezTo>
                  <a:lnTo>
                    <a:pt x="51868" y="305838"/>
                  </a:lnTo>
                  <a:cubicBezTo>
                    <a:pt x="23222" y="305838"/>
                    <a:pt x="0" y="282616"/>
                    <a:pt x="0" y="253970"/>
                  </a:cubicBezTo>
                  <a:lnTo>
                    <a:pt x="0" y="51868"/>
                  </a:lnTo>
                  <a:cubicBezTo>
                    <a:pt x="0" y="23222"/>
                    <a:pt x="23222" y="0"/>
                    <a:pt x="51868" y="0"/>
                  </a:cubicBez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2004898" cy="4106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Libra Serif Modern"/>
                  <a:ea typeface="Libra Serif Modern"/>
                  <a:cs typeface="Libra Serif Modern"/>
                  <a:sym typeface="Libra Serif Modern"/>
                </a:rPr>
                <a:t>T / Ô / N / H / C / À / N / H / G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2737" y="5283280"/>
            <a:ext cx="5515855" cy="1161229"/>
            <a:chOff x="0" y="0"/>
            <a:chExt cx="1452736" cy="305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2736" cy="305838"/>
            </a:xfrm>
            <a:custGeom>
              <a:avLst/>
              <a:gdLst/>
              <a:ahLst/>
              <a:cxnLst/>
              <a:rect l="l" t="t" r="r" b="b"/>
              <a:pathLst>
                <a:path w="1452736" h="305838">
                  <a:moveTo>
                    <a:pt x="71582" y="0"/>
                  </a:moveTo>
                  <a:lnTo>
                    <a:pt x="1381153" y="0"/>
                  </a:lnTo>
                  <a:cubicBezTo>
                    <a:pt x="1420687" y="0"/>
                    <a:pt x="1452736" y="32049"/>
                    <a:pt x="1452736" y="71582"/>
                  </a:cubicBezTo>
                  <a:lnTo>
                    <a:pt x="1452736" y="234256"/>
                  </a:lnTo>
                  <a:cubicBezTo>
                    <a:pt x="1452736" y="273790"/>
                    <a:pt x="1420687" y="305838"/>
                    <a:pt x="1381153" y="305838"/>
                  </a:cubicBezTo>
                  <a:lnTo>
                    <a:pt x="71582" y="305838"/>
                  </a:lnTo>
                  <a:cubicBezTo>
                    <a:pt x="32049" y="305838"/>
                    <a:pt x="0" y="273790"/>
                    <a:pt x="0" y="234256"/>
                  </a:cubicBezTo>
                  <a:lnTo>
                    <a:pt x="0" y="71582"/>
                  </a:lnTo>
                  <a:cubicBezTo>
                    <a:pt x="0" y="32049"/>
                    <a:pt x="32049" y="0"/>
                    <a:pt x="71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452736" cy="410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500" b="1">
                  <a:solidFill>
                    <a:srgbClr val="C00000"/>
                  </a:solidFill>
                  <a:latin typeface="Libra Serif Modern Bold"/>
                  <a:ea typeface="Libra Serif Modern Bold"/>
                  <a:cs typeface="Libra Serif Modern Bold"/>
                  <a:sym typeface="Libra Serif Modern Bold"/>
                </a:rPr>
                <a:t>THÀNH CÔNG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25795" y="2494952"/>
            <a:ext cx="8320407" cy="56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3999" b="1">
                <a:solidFill>
                  <a:srgbClr val="FFFFFF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Sắp xếp các từ sau đây: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28915" y="5863895"/>
            <a:ext cx="1893822" cy="3293604"/>
          </a:xfrm>
          <a:custGeom>
            <a:avLst/>
            <a:gdLst/>
            <a:ahLst/>
            <a:cxnLst/>
            <a:rect l="l" t="t" r="r" b="b"/>
            <a:pathLst>
              <a:path w="1893822" h="3293604">
                <a:moveTo>
                  <a:pt x="0" y="0"/>
                </a:moveTo>
                <a:lnTo>
                  <a:pt x="1893822" y="0"/>
                </a:lnTo>
                <a:lnTo>
                  <a:pt x="1893822" y="3293603"/>
                </a:lnTo>
                <a:lnTo>
                  <a:pt x="0" y="329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352038"/>
            <a:ext cx="18288000" cy="1934962"/>
          </a:xfrm>
          <a:custGeom>
            <a:avLst/>
            <a:gdLst/>
            <a:ahLst/>
            <a:cxnLst/>
            <a:rect l="l" t="t" r="r" b="b"/>
            <a:pathLst>
              <a:path w="18288000" h="1934962">
                <a:moveTo>
                  <a:pt x="0" y="0"/>
                </a:moveTo>
                <a:lnTo>
                  <a:pt x="18288000" y="0"/>
                </a:lnTo>
                <a:lnTo>
                  <a:pt x="1828800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15412" y="7708816"/>
            <a:ext cx="1968804" cy="448211"/>
          </a:xfrm>
          <a:custGeom>
            <a:avLst/>
            <a:gdLst/>
            <a:ahLst/>
            <a:cxnLst/>
            <a:rect l="l" t="t" r="r" b="b"/>
            <a:pathLst>
              <a:path w="1968804" h="448211">
                <a:moveTo>
                  <a:pt x="0" y="0"/>
                </a:moveTo>
                <a:lnTo>
                  <a:pt x="1968804" y="0"/>
                </a:lnTo>
                <a:lnTo>
                  <a:pt x="196880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01801" y="7618856"/>
            <a:ext cx="1968804" cy="448211"/>
          </a:xfrm>
          <a:custGeom>
            <a:avLst/>
            <a:gdLst/>
            <a:ahLst/>
            <a:cxnLst/>
            <a:rect l="l" t="t" r="r" b="b"/>
            <a:pathLst>
              <a:path w="1968804" h="448211">
                <a:moveTo>
                  <a:pt x="0" y="0"/>
                </a:moveTo>
                <a:lnTo>
                  <a:pt x="1968804" y="0"/>
                </a:lnTo>
                <a:lnTo>
                  <a:pt x="196880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155421" y="0"/>
            <a:ext cx="6615184" cy="5075110"/>
          </a:xfrm>
          <a:custGeom>
            <a:avLst/>
            <a:gdLst/>
            <a:ahLst/>
            <a:cxnLst/>
            <a:rect l="l" t="t" r="r" b="b"/>
            <a:pathLst>
              <a:path w="6615184" h="5075110">
                <a:moveTo>
                  <a:pt x="0" y="0"/>
                </a:moveTo>
                <a:lnTo>
                  <a:pt x="6615184" y="0"/>
                </a:lnTo>
                <a:lnTo>
                  <a:pt x="6615184" y="5075110"/>
                </a:lnTo>
                <a:lnTo>
                  <a:pt x="0" y="5075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79" r="-1179" b="-3341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075132" y="0"/>
            <a:ext cx="814556" cy="1123526"/>
          </a:xfrm>
          <a:custGeom>
            <a:avLst/>
            <a:gdLst/>
            <a:ahLst/>
            <a:cxnLst/>
            <a:rect l="l" t="t" r="r" b="b"/>
            <a:pathLst>
              <a:path w="814556" h="1123526">
                <a:moveTo>
                  <a:pt x="0" y="0"/>
                </a:moveTo>
                <a:lnTo>
                  <a:pt x="814556" y="0"/>
                </a:lnTo>
                <a:lnTo>
                  <a:pt x="814556" y="1123526"/>
                </a:lnTo>
                <a:lnTo>
                  <a:pt x="0" y="11235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15118">
            <a:off x="12052248" y="2281015"/>
            <a:ext cx="1550918" cy="1504390"/>
          </a:xfrm>
          <a:custGeom>
            <a:avLst/>
            <a:gdLst/>
            <a:ahLst/>
            <a:cxnLst/>
            <a:rect l="l" t="t" r="r" b="b"/>
            <a:pathLst>
              <a:path w="1550918" h="1504390">
                <a:moveTo>
                  <a:pt x="0" y="0"/>
                </a:moveTo>
                <a:lnTo>
                  <a:pt x="1550917" y="0"/>
                </a:lnTo>
                <a:lnTo>
                  <a:pt x="1550917" y="1504390"/>
                </a:lnTo>
                <a:lnTo>
                  <a:pt x="0" y="1504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415024" y="0"/>
            <a:ext cx="874395" cy="1028700"/>
          </a:xfrm>
          <a:custGeom>
            <a:avLst/>
            <a:gdLst/>
            <a:ahLst/>
            <a:cxnLst/>
            <a:rect l="l" t="t" r="r" b="b"/>
            <a:pathLst>
              <a:path w="874395" h="1028700">
                <a:moveTo>
                  <a:pt x="0" y="0"/>
                </a:moveTo>
                <a:lnTo>
                  <a:pt x="874395" y="0"/>
                </a:lnTo>
                <a:lnTo>
                  <a:pt x="87439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186285" y="3089189"/>
            <a:ext cx="1406805" cy="1336465"/>
          </a:xfrm>
          <a:custGeom>
            <a:avLst/>
            <a:gdLst/>
            <a:ahLst/>
            <a:cxnLst/>
            <a:rect l="l" t="t" r="r" b="b"/>
            <a:pathLst>
              <a:path w="1406805" h="1336465">
                <a:moveTo>
                  <a:pt x="0" y="0"/>
                </a:moveTo>
                <a:lnTo>
                  <a:pt x="1406805" y="0"/>
                </a:lnTo>
                <a:lnTo>
                  <a:pt x="1406805" y="1336465"/>
                </a:lnTo>
                <a:lnTo>
                  <a:pt x="0" y="1336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150261" y="1845975"/>
            <a:ext cx="1406805" cy="1336465"/>
          </a:xfrm>
          <a:custGeom>
            <a:avLst/>
            <a:gdLst/>
            <a:ahLst/>
            <a:cxnLst/>
            <a:rect l="l" t="t" r="r" b="b"/>
            <a:pathLst>
              <a:path w="1406805" h="1336465">
                <a:moveTo>
                  <a:pt x="0" y="0"/>
                </a:moveTo>
                <a:lnTo>
                  <a:pt x="1406805" y="0"/>
                </a:lnTo>
                <a:lnTo>
                  <a:pt x="1406805" y="1336465"/>
                </a:lnTo>
                <a:lnTo>
                  <a:pt x="0" y="1336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0" y="39826"/>
            <a:ext cx="871635" cy="1043874"/>
          </a:xfrm>
          <a:custGeom>
            <a:avLst/>
            <a:gdLst/>
            <a:ahLst/>
            <a:cxnLst/>
            <a:rect l="l" t="t" r="r" b="b"/>
            <a:pathLst>
              <a:path w="871635" h="1043874">
                <a:moveTo>
                  <a:pt x="0" y="0"/>
                </a:moveTo>
                <a:lnTo>
                  <a:pt x="871635" y="0"/>
                </a:lnTo>
                <a:lnTo>
                  <a:pt x="871635" y="1043874"/>
                </a:lnTo>
                <a:lnTo>
                  <a:pt x="0" y="10438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7242" y="39826"/>
            <a:ext cx="1395651" cy="1836383"/>
          </a:xfrm>
          <a:custGeom>
            <a:avLst/>
            <a:gdLst/>
            <a:ahLst/>
            <a:cxnLst/>
            <a:rect l="l" t="t" r="r" b="b"/>
            <a:pathLst>
              <a:path w="1395651" h="1836383">
                <a:moveTo>
                  <a:pt x="0" y="0"/>
                </a:moveTo>
                <a:lnTo>
                  <a:pt x="1395651" y="0"/>
                </a:lnTo>
                <a:lnTo>
                  <a:pt x="1395651" y="1836383"/>
                </a:lnTo>
                <a:lnTo>
                  <a:pt x="0" y="18363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166929" y="0"/>
            <a:ext cx="874395" cy="1028700"/>
          </a:xfrm>
          <a:custGeom>
            <a:avLst/>
            <a:gdLst/>
            <a:ahLst/>
            <a:cxnLst/>
            <a:rect l="l" t="t" r="r" b="b"/>
            <a:pathLst>
              <a:path w="874395" h="1028700">
                <a:moveTo>
                  <a:pt x="0" y="0"/>
                </a:moveTo>
                <a:lnTo>
                  <a:pt x="874395" y="0"/>
                </a:lnTo>
                <a:lnTo>
                  <a:pt x="87439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7126974" y="39826"/>
            <a:ext cx="1161026" cy="1196934"/>
          </a:xfrm>
          <a:custGeom>
            <a:avLst/>
            <a:gdLst/>
            <a:ahLst/>
            <a:cxnLst/>
            <a:rect l="l" t="t" r="r" b="b"/>
            <a:pathLst>
              <a:path w="1161026" h="1196934">
                <a:moveTo>
                  <a:pt x="0" y="0"/>
                </a:moveTo>
                <a:lnTo>
                  <a:pt x="1161026" y="0"/>
                </a:lnTo>
                <a:lnTo>
                  <a:pt x="1161026" y="1196933"/>
                </a:lnTo>
                <a:lnTo>
                  <a:pt x="0" y="119693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771211" y="2940343"/>
            <a:ext cx="6999394" cy="3429703"/>
          </a:xfrm>
          <a:custGeom>
            <a:avLst/>
            <a:gdLst/>
            <a:ahLst/>
            <a:cxnLst/>
            <a:rect l="l" t="t" r="r" b="b"/>
            <a:pathLst>
              <a:path w="6999394" h="3429703">
                <a:moveTo>
                  <a:pt x="0" y="0"/>
                </a:moveTo>
                <a:lnTo>
                  <a:pt x="6999394" y="0"/>
                </a:lnTo>
                <a:lnTo>
                  <a:pt x="6999394" y="3429703"/>
                </a:lnTo>
                <a:lnTo>
                  <a:pt x="0" y="342970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275948" y="6009668"/>
            <a:ext cx="5598367" cy="4114800"/>
          </a:xfrm>
          <a:custGeom>
            <a:avLst/>
            <a:gdLst/>
            <a:ahLst/>
            <a:cxnLst/>
            <a:rect l="l" t="t" r="r" b="b"/>
            <a:pathLst>
              <a:path w="5598367" h="4114800">
                <a:moveTo>
                  <a:pt x="0" y="0"/>
                </a:moveTo>
                <a:lnTo>
                  <a:pt x="5598367" y="0"/>
                </a:lnTo>
                <a:lnTo>
                  <a:pt x="55983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503783" y="5785562"/>
            <a:ext cx="4784651" cy="4114800"/>
          </a:xfrm>
          <a:custGeom>
            <a:avLst/>
            <a:gdLst/>
            <a:ahLst/>
            <a:cxnLst/>
            <a:rect l="l" t="t" r="r" b="b"/>
            <a:pathLst>
              <a:path w="4784651" h="4114800">
                <a:moveTo>
                  <a:pt x="0" y="0"/>
                </a:moveTo>
                <a:lnTo>
                  <a:pt x="4784651" y="0"/>
                </a:lnTo>
                <a:lnTo>
                  <a:pt x="4784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73919" y="6466756"/>
            <a:ext cx="5586021" cy="3770564"/>
          </a:xfrm>
          <a:custGeom>
            <a:avLst/>
            <a:gdLst/>
            <a:ahLst/>
            <a:cxnLst/>
            <a:rect l="l" t="t" r="r" b="b"/>
            <a:pathLst>
              <a:path w="5586021" h="3770564">
                <a:moveTo>
                  <a:pt x="0" y="0"/>
                </a:moveTo>
                <a:lnTo>
                  <a:pt x="5586021" y="0"/>
                </a:lnTo>
                <a:lnTo>
                  <a:pt x="5586021" y="3770564"/>
                </a:lnTo>
                <a:lnTo>
                  <a:pt x="0" y="37705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245</Words>
  <Application>Microsoft Office PowerPoint</Application>
  <PresentationFormat>Tùy chỉnh</PresentationFormat>
  <Paragraphs>31</Paragraphs>
  <Slides>12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12</vt:i4>
      </vt:variant>
    </vt:vector>
  </HeadingPairs>
  <TitlesOfParts>
    <vt:vector size="18" baseType="lpstr">
      <vt:lpstr>Libra Serif Modern Bold</vt:lpstr>
      <vt:lpstr>Times New Roman</vt:lpstr>
      <vt:lpstr>Calibri</vt:lpstr>
      <vt:lpstr>Libra Serif Modern</vt:lpstr>
      <vt:lpstr>Arial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Vua tiếng việt</dc:title>
  <cp:lastModifiedBy>Pháp chế</cp:lastModifiedBy>
  <cp:revision>3</cp:revision>
  <dcterms:created xsi:type="dcterms:W3CDTF">2006-08-16T00:00:00Z</dcterms:created>
  <dcterms:modified xsi:type="dcterms:W3CDTF">2026-09-30T02:39:10Z</dcterms:modified>
  <dc:identifier>DAHWj6fFxxE</dc:identifier>
</cp:coreProperties>
</file>